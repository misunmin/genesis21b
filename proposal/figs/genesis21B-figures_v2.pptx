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5652" r:id="rId1"/>
  </p:sldMasterIdLst>
  <p:notesMasterIdLst>
    <p:notesMasterId r:id="rId4"/>
  </p:notesMasterIdLst>
  <p:handoutMasterIdLst>
    <p:handoutMasterId r:id="rId5"/>
  </p:handoutMasterIdLst>
  <p:sldIdLst>
    <p:sldId id="6350" r:id="rId2"/>
    <p:sldId id="6352" r:id="rId3"/>
  </p:sldIdLst>
  <p:sldSz cx="12188825" cy="6858000"/>
  <p:notesSz cx="6858000" cy="9144000"/>
  <p:custDataLst>
    <p:tags r:id="rId6"/>
  </p:custDataLst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charset="0"/>
        <a:ea typeface="ＭＳ Ｐゴシック" charset="0"/>
        <a:cs typeface="ＭＳ Ｐゴシック" charset="0"/>
      </a:defRPr>
    </a:lvl1pPr>
    <a:lvl2pPr marL="544106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charset="0"/>
        <a:ea typeface="ＭＳ Ｐゴシック" charset="0"/>
        <a:cs typeface="ＭＳ Ｐゴシック" charset="0"/>
      </a:defRPr>
    </a:lvl2pPr>
    <a:lvl3pPr marL="1088212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charset="0"/>
        <a:ea typeface="ＭＳ Ｐゴシック" charset="0"/>
        <a:cs typeface="ＭＳ Ｐゴシック" charset="0"/>
      </a:defRPr>
    </a:lvl3pPr>
    <a:lvl4pPr marL="1632319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charset="0"/>
        <a:ea typeface="ＭＳ Ｐゴシック" charset="0"/>
        <a:cs typeface="ＭＳ Ｐゴシック" charset="0"/>
      </a:defRPr>
    </a:lvl4pPr>
    <a:lvl5pPr marL="2176425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charset="0"/>
        <a:ea typeface="ＭＳ Ｐゴシック" charset="0"/>
        <a:cs typeface="ＭＳ Ｐゴシック" charset="0"/>
      </a:defRPr>
    </a:lvl5pPr>
    <a:lvl6pPr marL="2720531" algn="l" defTabSz="544106" rtl="0" eaLnBrk="1" latinLnBrk="0" hangingPunct="1">
      <a:defRPr kern="1200">
        <a:solidFill>
          <a:schemeClr val="tx1"/>
        </a:solidFill>
        <a:latin typeface="Calibri" charset="0"/>
        <a:ea typeface="ＭＳ Ｐゴシック" charset="0"/>
        <a:cs typeface="ＭＳ Ｐゴシック" charset="0"/>
      </a:defRPr>
    </a:lvl6pPr>
    <a:lvl7pPr marL="3264636" algn="l" defTabSz="544106" rtl="0" eaLnBrk="1" latinLnBrk="0" hangingPunct="1">
      <a:defRPr kern="1200">
        <a:solidFill>
          <a:schemeClr val="tx1"/>
        </a:solidFill>
        <a:latin typeface="Calibri" charset="0"/>
        <a:ea typeface="ＭＳ Ｐゴシック" charset="0"/>
        <a:cs typeface="ＭＳ Ｐゴシック" charset="0"/>
      </a:defRPr>
    </a:lvl7pPr>
    <a:lvl8pPr marL="3808742" algn="l" defTabSz="544106" rtl="0" eaLnBrk="1" latinLnBrk="0" hangingPunct="1">
      <a:defRPr kern="1200">
        <a:solidFill>
          <a:schemeClr val="tx1"/>
        </a:solidFill>
        <a:latin typeface="Calibri" charset="0"/>
        <a:ea typeface="ＭＳ Ｐゴシック" charset="0"/>
        <a:cs typeface="ＭＳ Ｐゴシック" charset="0"/>
      </a:defRPr>
    </a:lvl8pPr>
    <a:lvl9pPr marL="4352849" algn="l" defTabSz="544106" rtl="0" eaLnBrk="1" latinLnBrk="0" hangingPunct="1">
      <a:defRPr kern="1200">
        <a:solidFill>
          <a:schemeClr val="tx1"/>
        </a:solidFill>
        <a:latin typeface="Calibri" charset="0"/>
        <a:ea typeface="ＭＳ Ｐゴシック" charset="0"/>
        <a:cs typeface="ＭＳ Ｐゴシック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39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clrMru>
    <a:srgbClr val="00FDFF"/>
    <a:srgbClr val="0096FF"/>
    <a:srgbClr val="0432FF"/>
    <a:srgbClr val="CB35EC"/>
    <a:srgbClr val="00FFFF"/>
    <a:srgbClr val="C6D9F1"/>
    <a:srgbClr val="EEECE1"/>
    <a:srgbClr val="86EAA1"/>
    <a:srgbClr val="84E79F"/>
    <a:srgbClr val="92FFA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853" autoAdjust="0"/>
    <p:restoredTop sz="86463" autoAdjust="0"/>
  </p:normalViewPr>
  <p:slideViewPr>
    <p:cSldViewPr snapToGrid="0">
      <p:cViewPr>
        <p:scale>
          <a:sx n="140" d="100"/>
          <a:sy n="140" d="100"/>
        </p:scale>
        <p:origin x="232" y="-480"/>
      </p:cViewPr>
      <p:guideLst>
        <p:guide orient="horz" pos="2160"/>
        <p:guide pos="383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80" d="100"/>
        <a:sy n="80" d="100"/>
      </p:scale>
      <p:origin x="0" y="0"/>
    </p:cViewPr>
  </p:notesTextViewPr>
  <p:sorterViewPr>
    <p:cViewPr>
      <p:scale>
        <a:sx n="1" d="1"/>
        <a:sy n="1" d="1"/>
      </p:scale>
      <p:origin x="0" y="8504"/>
    </p:cViewPr>
  </p:sorterViewPr>
  <p:notesViewPr>
    <p:cSldViewPr snapToGrid="0">
      <p:cViewPr varScale="1">
        <p:scale>
          <a:sx n="52" d="100"/>
          <a:sy n="52" d="100"/>
        </p:scale>
        <p:origin x="-1974" y="-84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gs" Target="tags/tag1.xml"/><Relationship Id="rId5" Type="http://schemas.openxmlformats.org/officeDocument/2006/relationships/handoutMaster" Target="handoutMasters/handoutMaster1.xml"/><Relationship Id="rId10" Type="http://schemas.openxmlformats.org/officeDocument/2006/relationships/tableStyles" Target="tableStyles.xml"/><Relationship Id="rId4" Type="http://schemas.openxmlformats.org/officeDocument/2006/relationships/notesMaster" Target="notesMasters/notesMaster1.xml"/><Relationship Id="rId9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8" name="Picture 5" descr="slide footer_blue_646.jpg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8613775"/>
            <a:ext cx="9144000" cy="530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339" name="Picture 7" descr="slide header_646.jpg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-2286000" y="0"/>
            <a:ext cx="9144000" cy="155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36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31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152400"/>
            <a:ext cx="2971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22AF7A70-5750-AB46-981D-2C0AD22EF1E4}" type="datetime1">
              <a:rPr lang="en-US"/>
              <a:pPr>
                <a:defRPr/>
              </a:pPr>
              <a:t>4/21/26</a:t>
            </a:fld>
            <a:endParaRPr lang="en-US" dirty="0"/>
          </a:p>
        </p:txBody>
      </p:sp>
      <p:sp>
        <p:nvSpPr>
          <p:cNvPr id="1536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762000" y="8610600"/>
            <a:ext cx="4800600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r>
              <a:rPr lang="en-US"/>
              <a:t>Go to "View | Header and Footer" to add your organization, sponsor, meeting name here; then, click "Apply to All"</a:t>
            </a:r>
          </a:p>
        </p:txBody>
      </p:sp>
      <p:sp>
        <p:nvSpPr>
          <p:cNvPr id="1331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5791200" y="8685213"/>
            <a:ext cx="10652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4D2DA187-304F-2246-9E60-44663C063BFB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859022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</a:defRPr>
            </a:lvl1pPr>
          </a:lstStyle>
          <a:p>
            <a:pPr>
              <a:defRPr/>
            </a:pPr>
            <a:fld id="{62310E71-3EAA-2741-81A3-F017BA160DF9}" type="datetime1">
              <a:rPr lang="en-US"/>
              <a:pPr>
                <a:defRPr/>
              </a:pPr>
              <a:t>4/21/26</a:t>
            </a:fld>
            <a:endParaRPr lang="en-US" dirty="0"/>
          </a:p>
        </p:txBody>
      </p:sp>
      <p:sp>
        <p:nvSpPr>
          <p:cNvPr id="1536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sp>
      <p:sp>
        <p:nvSpPr>
          <p:cNvPr id="1434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434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</a:defRPr>
            </a:lvl1pPr>
          </a:lstStyle>
          <a:p>
            <a:pPr>
              <a:defRPr/>
            </a:pPr>
            <a:r>
              <a:rPr lang="en-US"/>
              <a:t>Go to "View | Header and Footer" to add your organization, sponsor, meeting name here; then, click "Apply to All"</a:t>
            </a:r>
          </a:p>
        </p:txBody>
      </p:sp>
      <p:sp>
        <p:nvSpPr>
          <p:cNvPr id="1434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</a:defRPr>
            </a:lvl1pPr>
          </a:lstStyle>
          <a:p>
            <a:pPr>
              <a:defRPr/>
            </a:pPr>
            <a:fld id="{FFA49B4F-328F-CB4E-87AE-6DBD422CF145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0563534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algn="l" rtl="0" eaLnBrk="0" fontAlgn="base" hangingPunct="0">
      <a:spcBef>
        <a:spcPct val="30000"/>
      </a:spcBef>
      <a:spcAft>
        <a:spcPct val="0"/>
      </a:spcAft>
      <a:defRPr sz="1428" kern="1200">
        <a:solidFill>
          <a:schemeClr val="tx1"/>
        </a:solidFill>
        <a:latin typeface="Arial" charset="0"/>
        <a:ea typeface="ＭＳ Ｐゴシック" pitchFamily="-109" charset="-128"/>
        <a:cs typeface="ＭＳ Ｐゴシック" pitchFamily="-109" charset="-128"/>
      </a:defRPr>
    </a:lvl1pPr>
    <a:lvl2pPr marL="544106" algn="l" rtl="0" eaLnBrk="0" fontAlgn="base" hangingPunct="0">
      <a:spcBef>
        <a:spcPct val="30000"/>
      </a:spcBef>
      <a:spcAft>
        <a:spcPct val="0"/>
      </a:spcAft>
      <a:defRPr sz="1428" kern="1200">
        <a:solidFill>
          <a:schemeClr val="tx1"/>
        </a:solidFill>
        <a:latin typeface="Arial" charset="0"/>
        <a:ea typeface="ＭＳ Ｐゴシック" pitchFamily="-109" charset="-128"/>
        <a:cs typeface="+mn-cs"/>
      </a:defRPr>
    </a:lvl2pPr>
    <a:lvl3pPr marL="1088212" algn="l" rtl="0" eaLnBrk="0" fontAlgn="base" hangingPunct="0">
      <a:spcBef>
        <a:spcPct val="30000"/>
      </a:spcBef>
      <a:spcAft>
        <a:spcPct val="0"/>
      </a:spcAft>
      <a:defRPr sz="1428" kern="1200">
        <a:solidFill>
          <a:schemeClr val="tx1"/>
        </a:solidFill>
        <a:latin typeface="Arial" charset="0"/>
        <a:ea typeface="ＭＳ Ｐゴシック" pitchFamily="-109" charset="-128"/>
        <a:cs typeface="+mn-cs"/>
      </a:defRPr>
    </a:lvl3pPr>
    <a:lvl4pPr marL="1632319" algn="l" rtl="0" eaLnBrk="0" fontAlgn="base" hangingPunct="0">
      <a:spcBef>
        <a:spcPct val="30000"/>
      </a:spcBef>
      <a:spcAft>
        <a:spcPct val="0"/>
      </a:spcAft>
      <a:defRPr sz="1428" kern="1200">
        <a:solidFill>
          <a:schemeClr val="tx1"/>
        </a:solidFill>
        <a:latin typeface="Arial" charset="0"/>
        <a:ea typeface="ＭＳ Ｐゴシック" pitchFamily="-109" charset="-128"/>
        <a:cs typeface="+mn-cs"/>
      </a:defRPr>
    </a:lvl4pPr>
    <a:lvl5pPr marL="2176425" algn="l" rtl="0" eaLnBrk="0" fontAlgn="base" hangingPunct="0">
      <a:spcBef>
        <a:spcPct val="30000"/>
      </a:spcBef>
      <a:spcAft>
        <a:spcPct val="0"/>
      </a:spcAft>
      <a:defRPr sz="1428" kern="1200">
        <a:solidFill>
          <a:schemeClr val="tx1"/>
        </a:solidFill>
        <a:latin typeface="Arial" charset="0"/>
        <a:ea typeface="ＭＳ Ｐゴシック" pitchFamily="-109" charset="-128"/>
        <a:cs typeface="+mn-cs"/>
      </a:defRPr>
    </a:lvl5pPr>
    <a:lvl6pPr marL="2720531" algn="l" defTabSz="1088212" rtl="0" eaLnBrk="1" latinLnBrk="0" hangingPunct="1">
      <a:defRPr sz="1428" kern="1200">
        <a:solidFill>
          <a:schemeClr val="tx1"/>
        </a:solidFill>
        <a:latin typeface="+mn-lt"/>
        <a:ea typeface="+mn-ea"/>
        <a:cs typeface="+mn-cs"/>
      </a:defRPr>
    </a:lvl6pPr>
    <a:lvl7pPr marL="3264636" algn="l" defTabSz="1088212" rtl="0" eaLnBrk="1" latinLnBrk="0" hangingPunct="1">
      <a:defRPr sz="1428" kern="1200">
        <a:solidFill>
          <a:schemeClr val="tx1"/>
        </a:solidFill>
        <a:latin typeface="+mn-lt"/>
        <a:ea typeface="+mn-ea"/>
        <a:cs typeface="+mn-cs"/>
      </a:defRPr>
    </a:lvl7pPr>
    <a:lvl8pPr marL="3808742" algn="l" defTabSz="1088212" rtl="0" eaLnBrk="1" latinLnBrk="0" hangingPunct="1">
      <a:defRPr sz="1428" kern="1200">
        <a:solidFill>
          <a:schemeClr val="tx1"/>
        </a:solidFill>
        <a:latin typeface="+mn-lt"/>
        <a:ea typeface="+mn-ea"/>
        <a:cs typeface="+mn-cs"/>
      </a:defRPr>
    </a:lvl8pPr>
    <a:lvl9pPr marL="4352849" algn="l" defTabSz="1088212" rtl="0" eaLnBrk="1" latinLnBrk="0" hangingPunct="1">
      <a:defRPr sz="1428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162" y="2130426"/>
            <a:ext cx="10360501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324" y="3886200"/>
            <a:ext cx="8532178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0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14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21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28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3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24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950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657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D7762AF-5B09-1943-86F3-13425C386361}" type="datetimeFigureOut">
              <a:rPr lang="en-US"/>
              <a:pPr>
                <a:defRPr/>
              </a:pPr>
              <a:t>4/21/26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D5AAEB7-67AB-8E4F-B069-3B80BE6BE4F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78701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D0146A-C9AC-4945-B22A-FE364F3D5005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5749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2833" y="4406901"/>
            <a:ext cx="10360501" cy="1362075"/>
          </a:xfrm>
        </p:spPr>
        <p:txBody>
          <a:bodyPr anchor="t"/>
          <a:lstStyle>
            <a:lvl1pPr algn="l">
              <a:defRPr sz="3999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2833" y="2906713"/>
            <a:ext cx="10360501" cy="1500187"/>
          </a:xfrm>
        </p:spPr>
        <p:txBody>
          <a:bodyPr anchor="b"/>
          <a:lstStyle>
            <a:lvl1pPr marL="0" indent="0">
              <a:buNone/>
              <a:defRPr sz="1999">
                <a:solidFill>
                  <a:schemeClr val="tx1">
                    <a:tint val="75000"/>
                  </a:schemeClr>
                </a:solidFill>
              </a:defRPr>
            </a:lvl1pPr>
            <a:lvl2pPr marL="457072" indent="0">
              <a:buNone/>
              <a:defRPr sz="1799">
                <a:solidFill>
                  <a:schemeClr val="tx1">
                    <a:tint val="75000"/>
                  </a:schemeClr>
                </a:solidFill>
              </a:defRPr>
            </a:lvl2pPr>
            <a:lvl3pPr marL="91414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21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288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36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432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50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57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1ECE918-4A7C-904B-85DE-0AE32627D831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28451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441" y="1600200"/>
            <a:ext cx="5383398" cy="4525963"/>
          </a:xfrm>
        </p:spPr>
        <p:txBody>
          <a:bodyPr/>
          <a:lstStyle>
            <a:lvl1pPr>
              <a:defRPr sz="2799"/>
            </a:lvl1pPr>
            <a:lvl2pPr>
              <a:defRPr sz="2399"/>
            </a:lvl2pPr>
            <a:lvl3pPr>
              <a:defRPr sz="1999"/>
            </a:lvl3pPr>
            <a:lvl4pPr>
              <a:defRPr sz="1799"/>
            </a:lvl4pPr>
            <a:lvl5pPr>
              <a:defRPr sz="1799"/>
            </a:lvl5pPr>
            <a:lvl6pPr>
              <a:defRPr sz="1799"/>
            </a:lvl6pPr>
            <a:lvl7pPr>
              <a:defRPr sz="1799"/>
            </a:lvl7pPr>
            <a:lvl8pPr>
              <a:defRPr sz="1799"/>
            </a:lvl8pPr>
            <a:lvl9pPr>
              <a:defRPr sz="179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5986" y="1600200"/>
            <a:ext cx="5383398" cy="4525963"/>
          </a:xfrm>
        </p:spPr>
        <p:txBody>
          <a:bodyPr/>
          <a:lstStyle>
            <a:lvl1pPr>
              <a:defRPr sz="2799"/>
            </a:lvl1pPr>
            <a:lvl2pPr>
              <a:defRPr sz="2399"/>
            </a:lvl2pPr>
            <a:lvl3pPr>
              <a:defRPr sz="1999"/>
            </a:lvl3pPr>
            <a:lvl4pPr>
              <a:defRPr sz="1799"/>
            </a:lvl4pPr>
            <a:lvl5pPr>
              <a:defRPr sz="1799"/>
            </a:lvl5pPr>
            <a:lvl6pPr>
              <a:defRPr sz="1799"/>
            </a:lvl6pPr>
            <a:lvl7pPr>
              <a:defRPr sz="1799"/>
            </a:lvl7pPr>
            <a:lvl8pPr>
              <a:defRPr sz="1799"/>
            </a:lvl8pPr>
            <a:lvl9pPr>
              <a:defRPr sz="179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BBDD362-A35C-D145-B320-EB0E58A7DA00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23840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441" y="1535113"/>
            <a:ext cx="5385515" cy="639762"/>
          </a:xfrm>
        </p:spPr>
        <p:txBody>
          <a:bodyPr anchor="b"/>
          <a:lstStyle>
            <a:lvl1pPr marL="0" indent="0">
              <a:buNone/>
              <a:defRPr sz="2399" b="1"/>
            </a:lvl1pPr>
            <a:lvl2pPr marL="457072" indent="0">
              <a:buNone/>
              <a:defRPr sz="1999" b="1"/>
            </a:lvl2pPr>
            <a:lvl3pPr marL="914144" indent="0">
              <a:buNone/>
              <a:defRPr sz="1799" b="1"/>
            </a:lvl3pPr>
            <a:lvl4pPr marL="1371216" indent="0">
              <a:buNone/>
              <a:defRPr sz="1600" b="1"/>
            </a:lvl4pPr>
            <a:lvl5pPr marL="1828288" indent="0">
              <a:buNone/>
              <a:defRPr sz="1600" b="1"/>
            </a:lvl5pPr>
            <a:lvl6pPr marL="2285360" indent="0">
              <a:buNone/>
              <a:defRPr sz="1600" b="1"/>
            </a:lvl6pPr>
            <a:lvl7pPr marL="2742432" indent="0">
              <a:buNone/>
              <a:defRPr sz="1600" b="1"/>
            </a:lvl7pPr>
            <a:lvl8pPr marL="3199504" indent="0">
              <a:buNone/>
              <a:defRPr sz="1600" b="1"/>
            </a:lvl8pPr>
            <a:lvl9pPr marL="3656576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441" y="2174875"/>
            <a:ext cx="5385515" cy="3951288"/>
          </a:xfrm>
        </p:spPr>
        <p:txBody>
          <a:bodyPr/>
          <a:lstStyle>
            <a:lvl1pPr>
              <a:defRPr sz="2399"/>
            </a:lvl1pPr>
            <a:lvl2pPr>
              <a:defRPr sz="1999"/>
            </a:lvl2pPr>
            <a:lvl3pPr>
              <a:defRPr sz="1799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1755" y="1535113"/>
            <a:ext cx="5387630" cy="639762"/>
          </a:xfrm>
        </p:spPr>
        <p:txBody>
          <a:bodyPr anchor="b"/>
          <a:lstStyle>
            <a:lvl1pPr marL="0" indent="0">
              <a:buNone/>
              <a:defRPr sz="2399" b="1"/>
            </a:lvl1pPr>
            <a:lvl2pPr marL="457072" indent="0">
              <a:buNone/>
              <a:defRPr sz="1999" b="1"/>
            </a:lvl2pPr>
            <a:lvl3pPr marL="914144" indent="0">
              <a:buNone/>
              <a:defRPr sz="1799" b="1"/>
            </a:lvl3pPr>
            <a:lvl4pPr marL="1371216" indent="0">
              <a:buNone/>
              <a:defRPr sz="1600" b="1"/>
            </a:lvl4pPr>
            <a:lvl5pPr marL="1828288" indent="0">
              <a:buNone/>
              <a:defRPr sz="1600" b="1"/>
            </a:lvl5pPr>
            <a:lvl6pPr marL="2285360" indent="0">
              <a:buNone/>
              <a:defRPr sz="1600" b="1"/>
            </a:lvl6pPr>
            <a:lvl7pPr marL="2742432" indent="0">
              <a:buNone/>
              <a:defRPr sz="1600" b="1"/>
            </a:lvl7pPr>
            <a:lvl8pPr marL="3199504" indent="0">
              <a:buNone/>
              <a:defRPr sz="1600" b="1"/>
            </a:lvl8pPr>
            <a:lvl9pPr marL="3656576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1755" y="2174875"/>
            <a:ext cx="5387630" cy="3951288"/>
          </a:xfrm>
        </p:spPr>
        <p:txBody>
          <a:bodyPr/>
          <a:lstStyle>
            <a:lvl1pPr>
              <a:defRPr sz="2399"/>
            </a:lvl1pPr>
            <a:lvl2pPr>
              <a:defRPr sz="1999"/>
            </a:lvl2pPr>
            <a:lvl3pPr>
              <a:defRPr sz="1799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EF5646D-6313-464C-8EA3-DE10377A7270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39958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2C926AE-89C6-6E49-81E7-B8F3A7C6B070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91995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0E3472B-5B54-5D4F-ADA4-9FCF9F7B02E3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91105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442" y="273050"/>
            <a:ext cx="4010040" cy="1162050"/>
          </a:xfrm>
        </p:spPr>
        <p:txBody>
          <a:bodyPr anchor="b"/>
          <a:lstStyle>
            <a:lvl1pPr algn="l">
              <a:defRPr sz="1999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5492" y="273050"/>
            <a:ext cx="6813892" cy="5853113"/>
          </a:xfrm>
        </p:spPr>
        <p:txBody>
          <a:bodyPr/>
          <a:lstStyle>
            <a:lvl1pPr>
              <a:defRPr sz="3199"/>
            </a:lvl1pPr>
            <a:lvl2pPr>
              <a:defRPr sz="2799"/>
            </a:lvl2pPr>
            <a:lvl3pPr>
              <a:defRPr sz="2399"/>
            </a:lvl3pPr>
            <a:lvl4pPr>
              <a:defRPr sz="1999"/>
            </a:lvl4pPr>
            <a:lvl5pPr>
              <a:defRPr sz="1999"/>
            </a:lvl5pPr>
            <a:lvl6pPr>
              <a:defRPr sz="1999"/>
            </a:lvl6pPr>
            <a:lvl7pPr>
              <a:defRPr sz="1999"/>
            </a:lvl7pPr>
            <a:lvl8pPr>
              <a:defRPr sz="1999"/>
            </a:lvl8pPr>
            <a:lvl9pPr>
              <a:defRPr sz="199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442" y="1435100"/>
            <a:ext cx="4010040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072" indent="0">
              <a:buNone/>
              <a:defRPr sz="1200"/>
            </a:lvl2pPr>
            <a:lvl3pPr marL="914144" indent="0">
              <a:buNone/>
              <a:defRPr sz="1000"/>
            </a:lvl3pPr>
            <a:lvl4pPr marL="1371216" indent="0">
              <a:buNone/>
              <a:defRPr sz="900"/>
            </a:lvl4pPr>
            <a:lvl5pPr marL="1828288" indent="0">
              <a:buNone/>
              <a:defRPr sz="900"/>
            </a:lvl5pPr>
            <a:lvl6pPr marL="2285360" indent="0">
              <a:buNone/>
              <a:defRPr sz="900"/>
            </a:lvl6pPr>
            <a:lvl7pPr marL="2742432" indent="0">
              <a:buNone/>
              <a:defRPr sz="900"/>
            </a:lvl7pPr>
            <a:lvl8pPr marL="3199504" indent="0">
              <a:buNone/>
              <a:defRPr sz="900"/>
            </a:lvl8pPr>
            <a:lvl9pPr marL="3656576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D39A5B8-BC3C-FD40-BCD6-E29DF4F49599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15315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095" y="4800600"/>
            <a:ext cx="7313295" cy="566738"/>
          </a:xfrm>
        </p:spPr>
        <p:txBody>
          <a:bodyPr anchor="b"/>
          <a:lstStyle>
            <a:lvl1pPr algn="l">
              <a:defRPr sz="1999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095" y="612775"/>
            <a:ext cx="7313295" cy="4114800"/>
          </a:xfrm>
        </p:spPr>
        <p:txBody>
          <a:bodyPr rtlCol="0">
            <a:normAutofit/>
          </a:bodyPr>
          <a:lstStyle>
            <a:lvl1pPr marL="0" indent="0">
              <a:buNone/>
              <a:defRPr sz="3199"/>
            </a:lvl1pPr>
            <a:lvl2pPr marL="457072" indent="0">
              <a:buNone/>
              <a:defRPr sz="2799"/>
            </a:lvl2pPr>
            <a:lvl3pPr marL="914144" indent="0">
              <a:buNone/>
              <a:defRPr sz="2399"/>
            </a:lvl3pPr>
            <a:lvl4pPr marL="1371216" indent="0">
              <a:buNone/>
              <a:defRPr sz="1999"/>
            </a:lvl4pPr>
            <a:lvl5pPr marL="1828288" indent="0">
              <a:buNone/>
              <a:defRPr sz="1999"/>
            </a:lvl5pPr>
            <a:lvl6pPr marL="2285360" indent="0">
              <a:buNone/>
              <a:defRPr sz="1999"/>
            </a:lvl6pPr>
            <a:lvl7pPr marL="2742432" indent="0">
              <a:buNone/>
              <a:defRPr sz="1999"/>
            </a:lvl7pPr>
            <a:lvl8pPr marL="3199504" indent="0">
              <a:buNone/>
              <a:defRPr sz="1999"/>
            </a:lvl8pPr>
            <a:lvl9pPr marL="3656576" indent="0">
              <a:buNone/>
              <a:defRPr sz="1999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095" y="5367338"/>
            <a:ext cx="7313295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072" indent="0">
              <a:buNone/>
              <a:defRPr sz="1200"/>
            </a:lvl2pPr>
            <a:lvl3pPr marL="914144" indent="0">
              <a:buNone/>
              <a:defRPr sz="1000"/>
            </a:lvl3pPr>
            <a:lvl4pPr marL="1371216" indent="0">
              <a:buNone/>
              <a:defRPr sz="900"/>
            </a:lvl4pPr>
            <a:lvl5pPr marL="1828288" indent="0">
              <a:buNone/>
              <a:defRPr sz="900"/>
            </a:lvl5pPr>
            <a:lvl6pPr marL="2285360" indent="0">
              <a:buNone/>
              <a:defRPr sz="900"/>
            </a:lvl6pPr>
            <a:lvl7pPr marL="2742432" indent="0">
              <a:buNone/>
              <a:defRPr sz="900"/>
            </a:lvl7pPr>
            <a:lvl8pPr marL="3199504" indent="0">
              <a:buNone/>
              <a:defRPr sz="900"/>
            </a:lvl8pPr>
            <a:lvl9pPr marL="3656576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AB4CD78-8015-1245-AE5D-F2F6F408495C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56727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6D911D3-2301-434F-B9D7-43EFE8914103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88025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6898" y="274638"/>
            <a:ext cx="2742486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441" y="274638"/>
            <a:ext cx="802431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089E7C1-B703-EA46-B3BD-7C24F99AF98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76145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441" y="274638"/>
            <a:ext cx="10969943" cy="1143000"/>
          </a:xfrm>
          <a:prstGeom prst="rect">
            <a:avLst/>
          </a:prstGeom>
          <a:noFill/>
          <a:ln>
            <a:noFill/>
          </a:ln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441" y="1600200"/>
            <a:ext cx="10969943" cy="4525963"/>
          </a:xfrm>
          <a:prstGeom prst="rect">
            <a:avLst/>
          </a:prstGeom>
          <a:noFill/>
          <a:ln>
            <a:noFill/>
          </a:ln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441" y="6356351"/>
            <a:ext cx="284405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4515" y="6356351"/>
            <a:ext cx="385979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5325" y="6356351"/>
            <a:ext cx="284405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7FB50D87-A57B-024B-B8EE-7918BF42065E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6049" r:id="rId1"/>
    <p:sldLayoutId id="2147486039" r:id="rId2"/>
    <p:sldLayoutId id="2147486040" r:id="rId3"/>
    <p:sldLayoutId id="2147486041" r:id="rId4"/>
    <p:sldLayoutId id="2147486042" r:id="rId5"/>
    <p:sldLayoutId id="2147486043" r:id="rId6"/>
    <p:sldLayoutId id="2147486044" r:id="rId7"/>
    <p:sldLayoutId id="2147486045" r:id="rId8"/>
    <p:sldLayoutId id="2147486046" r:id="rId9"/>
    <p:sldLayoutId id="2147486047" r:id="rId10"/>
    <p:sldLayoutId id="2147486048" r:id="rId11"/>
  </p:sldLayoutIdLst>
  <p:hf hdr="0" ftr="0" dt="0"/>
  <p:txStyles>
    <p:titleStyle>
      <a:lvl1pPr algn="ctr" defTabSz="457072" rtl="0" eaLnBrk="0" fontAlgn="base" hangingPunct="0">
        <a:spcBef>
          <a:spcPct val="0"/>
        </a:spcBef>
        <a:spcAft>
          <a:spcPct val="0"/>
        </a:spcAft>
        <a:defRPr sz="4399" kern="1200">
          <a:solidFill>
            <a:schemeClr val="tx1"/>
          </a:solidFill>
          <a:latin typeface="+mj-lt"/>
          <a:ea typeface="ＭＳ Ｐゴシック" charset="0"/>
          <a:cs typeface="ＭＳ Ｐゴシック" charset="0"/>
        </a:defRPr>
      </a:lvl1pPr>
      <a:lvl2pPr algn="ctr" defTabSz="457072" rtl="0" eaLnBrk="0" fontAlgn="base" hangingPunct="0">
        <a:spcBef>
          <a:spcPct val="0"/>
        </a:spcBef>
        <a:spcAft>
          <a:spcPct val="0"/>
        </a:spcAft>
        <a:defRPr sz="4399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2pPr>
      <a:lvl3pPr algn="ctr" defTabSz="457072" rtl="0" eaLnBrk="0" fontAlgn="base" hangingPunct="0">
        <a:spcBef>
          <a:spcPct val="0"/>
        </a:spcBef>
        <a:spcAft>
          <a:spcPct val="0"/>
        </a:spcAft>
        <a:defRPr sz="4399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3pPr>
      <a:lvl4pPr algn="ctr" defTabSz="457072" rtl="0" eaLnBrk="0" fontAlgn="base" hangingPunct="0">
        <a:spcBef>
          <a:spcPct val="0"/>
        </a:spcBef>
        <a:spcAft>
          <a:spcPct val="0"/>
        </a:spcAft>
        <a:defRPr sz="4399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4pPr>
      <a:lvl5pPr algn="ctr" defTabSz="457072" rtl="0" eaLnBrk="0" fontAlgn="base" hangingPunct="0">
        <a:spcBef>
          <a:spcPct val="0"/>
        </a:spcBef>
        <a:spcAft>
          <a:spcPct val="0"/>
        </a:spcAft>
        <a:defRPr sz="4399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5pPr>
      <a:lvl6pPr marL="457072" algn="ctr" defTabSz="457072" rtl="0" fontAlgn="base">
        <a:spcBef>
          <a:spcPct val="0"/>
        </a:spcBef>
        <a:spcAft>
          <a:spcPct val="0"/>
        </a:spcAft>
        <a:defRPr sz="4399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6pPr>
      <a:lvl7pPr marL="914144" algn="ctr" defTabSz="457072" rtl="0" fontAlgn="base">
        <a:spcBef>
          <a:spcPct val="0"/>
        </a:spcBef>
        <a:spcAft>
          <a:spcPct val="0"/>
        </a:spcAft>
        <a:defRPr sz="4399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7pPr>
      <a:lvl8pPr marL="1371216" algn="ctr" defTabSz="457072" rtl="0" fontAlgn="base">
        <a:spcBef>
          <a:spcPct val="0"/>
        </a:spcBef>
        <a:spcAft>
          <a:spcPct val="0"/>
        </a:spcAft>
        <a:defRPr sz="4399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8pPr>
      <a:lvl9pPr marL="1828288" algn="ctr" defTabSz="457072" rtl="0" fontAlgn="base">
        <a:spcBef>
          <a:spcPct val="0"/>
        </a:spcBef>
        <a:spcAft>
          <a:spcPct val="0"/>
        </a:spcAft>
        <a:defRPr sz="4399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9pPr>
    </p:titleStyle>
    <p:bodyStyle>
      <a:lvl1pPr marL="342804" indent="-342804" algn="l" defTabSz="457072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199" kern="1200">
          <a:solidFill>
            <a:schemeClr val="tx1"/>
          </a:solidFill>
          <a:latin typeface="+mn-lt"/>
          <a:ea typeface="ＭＳ Ｐゴシック" charset="0"/>
          <a:cs typeface="ＭＳ Ｐゴシック" charset="0"/>
        </a:defRPr>
      </a:lvl1pPr>
      <a:lvl2pPr marL="742742" indent="-285670" algn="l" defTabSz="457072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799" kern="1200">
          <a:solidFill>
            <a:schemeClr val="tx1"/>
          </a:solidFill>
          <a:latin typeface="+mn-lt"/>
          <a:ea typeface="ＭＳ Ｐゴシック" charset="0"/>
          <a:cs typeface="+mn-cs"/>
        </a:defRPr>
      </a:lvl2pPr>
      <a:lvl3pPr marL="1142680" indent="-228536" algn="l" defTabSz="457072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399" kern="1200">
          <a:solidFill>
            <a:schemeClr val="tx1"/>
          </a:solidFill>
          <a:latin typeface="+mn-lt"/>
          <a:ea typeface="ＭＳ Ｐゴシック" charset="0"/>
          <a:cs typeface="+mn-cs"/>
        </a:defRPr>
      </a:lvl3pPr>
      <a:lvl4pPr marL="1599752" indent="-228536" algn="l" defTabSz="457072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1999" kern="1200">
          <a:solidFill>
            <a:schemeClr val="tx1"/>
          </a:solidFill>
          <a:latin typeface="+mn-lt"/>
          <a:ea typeface="ＭＳ Ｐゴシック" charset="0"/>
          <a:cs typeface="+mn-cs"/>
        </a:defRPr>
      </a:lvl4pPr>
      <a:lvl5pPr marL="2056824" indent="-228536" algn="l" defTabSz="457072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1999" kern="1200">
          <a:solidFill>
            <a:schemeClr val="tx1"/>
          </a:solidFill>
          <a:latin typeface="+mn-lt"/>
          <a:ea typeface="ＭＳ Ｐゴシック" charset="0"/>
          <a:cs typeface="+mn-cs"/>
        </a:defRPr>
      </a:lvl5pPr>
      <a:lvl6pPr marL="2513896" indent="-228536" algn="l" defTabSz="457072" rtl="0" eaLnBrk="1" latinLnBrk="0" hangingPunct="1">
        <a:spcBef>
          <a:spcPct val="20000"/>
        </a:spcBef>
        <a:buFont typeface="Arial"/>
        <a:buChar char="•"/>
        <a:defRPr sz="1999" kern="1200">
          <a:solidFill>
            <a:schemeClr val="tx1"/>
          </a:solidFill>
          <a:latin typeface="+mn-lt"/>
          <a:ea typeface="+mn-ea"/>
          <a:cs typeface="+mn-cs"/>
        </a:defRPr>
      </a:lvl6pPr>
      <a:lvl7pPr marL="2970968" indent="-228536" algn="l" defTabSz="457072" rtl="0" eaLnBrk="1" latinLnBrk="0" hangingPunct="1">
        <a:spcBef>
          <a:spcPct val="20000"/>
        </a:spcBef>
        <a:buFont typeface="Arial"/>
        <a:buChar char="•"/>
        <a:defRPr sz="1999" kern="1200">
          <a:solidFill>
            <a:schemeClr val="tx1"/>
          </a:solidFill>
          <a:latin typeface="+mn-lt"/>
          <a:ea typeface="+mn-ea"/>
          <a:cs typeface="+mn-cs"/>
        </a:defRPr>
      </a:lvl7pPr>
      <a:lvl8pPr marL="3428040" indent="-228536" algn="l" defTabSz="457072" rtl="0" eaLnBrk="1" latinLnBrk="0" hangingPunct="1">
        <a:spcBef>
          <a:spcPct val="20000"/>
        </a:spcBef>
        <a:buFont typeface="Arial"/>
        <a:buChar char="•"/>
        <a:defRPr sz="1999" kern="1200">
          <a:solidFill>
            <a:schemeClr val="tx1"/>
          </a:solidFill>
          <a:latin typeface="+mn-lt"/>
          <a:ea typeface="+mn-ea"/>
          <a:cs typeface="+mn-cs"/>
        </a:defRPr>
      </a:lvl8pPr>
      <a:lvl9pPr marL="3885112" indent="-228536" algn="l" defTabSz="457072" rtl="0" eaLnBrk="1" latinLnBrk="0" hangingPunct="1">
        <a:spcBef>
          <a:spcPct val="20000"/>
        </a:spcBef>
        <a:buFont typeface="Arial"/>
        <a:buChar char="•"/>
        <a:defRPr sz="199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072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1pPr>
      <a:lvl2pPr marL="457072" algn="l" defTabSz="457072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2pPr>
      <a:lvl3pPr marL="914144" algn="l" defTabSz="457072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3pPr>
      <a:lvl4pPr marL="1371216" algn="l" defTabSz="457072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1828288" algn="l" defTabSz="457072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285360" algn="l" defTabSz="457072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742432" algn="l" defTabSz="457072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199504" algn="l" defTabSz="457072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656576" algn="l" defTabSz="457072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jp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43DC13-3D09-76EF-1A07-A7F2C50915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47CCA423-3B81-2B8E-3F6F-E09E627992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1799" y="2841555"/>
            <a:ext cx="6567117" cy="3514795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C81627CA-1DA2-057C-0E58-39C22731DDFC}"/>
              </a:ext>
            </a:extLst>
          </p:cNvPr>
          <p:cNvSpPr/>
          <p:nvPr/>
        </p:nvSpPr>
        <p:spPr>
          <a:xfrm>
            <a:off x="8287721" y="2776207"/>
            <a:ext cx="1582615" cy="358014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E984F58D-904B-4E03-3B08-C1A2083A5F5A}"/>
              </a:ext>
            </a:extLst>
          </p:cNvPr>
          <p:cNvGrpSpPr/>
          <p:nvPr/>
        </p:nvGrpSpPr>
        <p:grpSpPr>
          <a:xfrm>
            <a:off x="8373822" y="2916776"/>
            <a:ext cx="1582615" cy="3213750"/>
            <a:chOff x="2733323" y="2923787"/>
            <a:chExt cx="1400013" cy="3213750"/>
          </a:xfrm>
        </p:grpSpPr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BA1DDB2B-E200-1A99-28A8-F90F0A1B0F1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733323" y="2923787"/>
              <a:ext cx="1386111" cy="1060364"/>
            </a:xfrm>
            <a:prstGeom prst="rect">
              <a:avLst/>
            </a:prstGeom>
            <a:ln w="12700">
              <a:solidFill>
                <a:schemeClr val="tx1">
                  <a:lumMod val="75000"/>
                  <a:lumOff val="25000"/>
                </a:schemeClr>
              </a:solidFill>
            </a:ln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AD3E96D7-1536-5280-34F3-6CD8BEB602C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737958" y="4087048"/>
              <a:ext cx="1386110" cy="973796"/>
            </a:xfrm>
            <a:prstGeom prst="rect">
              <a:avLst/>
            </a:prstGeom>
            <a:ln w="12700">
              <a:solidFill>
                <a:schemeClr val="tx1">
                  <a:lumMod val="75000"/>
                  <a:lumOff val="25000"/>
                </a:schemeClr>
              </a:solidFill>
            </a:ln>
          </p:spPr>
        </p:pic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8F5C5D9D-BC72-0B1A-0049-2E0AB6A1484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747226" y="5163741"/>
              <a:ext cx="1386110" cy="973796"/>
            </a:xfrm>
            <a:prstGeom prst="rect">
              <a:avLst/>
            </a:prstGeom>
            <a:ln w="12700">
              <a:solidFill>
                <a:schemeClr val="tx1">
                  <a:lumMod val="75000"/>
                  <a:lumOff val="25000"/>
                </a:schemeClr>
              </a:solidFill>
            </a:ln>
          </p:spPr>
        </p:pic>
      </p:grpSp>
      <p:sp>
        <p:nvSpPr>
          <p:cNvPr id="4" name="Rectangle 3">
            <a:extLst>
              <a:ext uri="{FF2B5EF4-FFF2-40B4-BE49-F238E27FC236}">
                <a16:creationId xmlns:a16="http://schemas.microsoft.com/office/drawing/2014/main" id="{34C1E7CA-4994-3319-35B2-D7264CCCBFB5}"/>
              </a:ext>
            </a:extLst>
          </p:cNvPr>
          <p:cNvSpPr/>
          <p:nvPr/>
        </p:nvSpPr>
        <p:spPr>
          <a:xfrm>
            <a:off x="2726110" y="2761536"/>
            <a:ext cx="2042502" cy="358014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F03C5BD-B2EA-E289-3FBB-000E1B0E59B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78747" y="2474380"/>
            <a:ext cx="1349513" cy="392585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1E5896F-3174-E556-3E63-E298E0366CA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7314" y="550985"/>
            <a:ext cx="1382641" cy="125436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200FF49-764F-5335-8F01-3CCCCAD9CA6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25079" y="385214"/>
            <a:ext cx="3056848" cy="2074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03627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43DC13-3D09-76EF-1A07-A7F2C50915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47CCA423-3B81-2B8E-3F6F-E09E627992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199" y="1165155"/>
            <a:ext cx="6567117" cy="3514795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C81627CA-1DA2-057C-0E58-39C22731DDFC}"/>
              </a:ext>
            </a:extLst>
          </p:cNvPr>
          <p:cNvSpPr/>
          <p:nvPr/>
        </p:nvSpPr>
        <p:spPr>
          <a:xfrm>
            <a:off x="6154121" y="1099807"/>
            <a:ext cx="1582615" cy="358014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A1DDB2B-E200-1A99-28A8-F90F0A1B0F1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0222" y="1240376"/>
            <a:ext cx="1566900" cy="1060364"/>
          </a:xfrm>
          <a:prstGeom prst="rect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8F5C5D9D-BC72-0B1A-0049-2E0AB6A1484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0222" y="3480329"/>
            <a:ext cx="1582616" cy="1054195"/>
          </a:xfrm>
          <a:prstGeom prst="rect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34C1E7CA-4994-3319-35B2-D7264CCCBFB5}"/>
              </a:ext>
            </a:extLst>
          </p:cNvPr>
          <p:cNvSpPr/>
          <p:nvPr/>
        </p:nvSpPr>
        <p:spPr>
          <a:xfrm>
            <a:off x="592510" y="1085136"/>
            <a:ext cx="2042502" cy="358014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F03C5BD-B2EA-E289-3FBB-000E1B0E59B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5147" y="797980"/>
            <a:ext cx="1349513" cy="3925856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0A28BD96-778E-1755-B593-E1ED70B396A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0221" y="2404975"/>
            <a:ext cx="1582616" cy="95770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5483636-7B85-71FF-EC72-CBB6FD8B1949}"/>
              </a:ext>
            </a:extLst>
          </p:cNvPr>
          <p:cNvSpPr txBox="1"/>
          <p:nvPr/>
        </p:nvSpPr>
        <p:spPr>
          <a:xfrm>
            <a:off x="7893222" y="1240376"/>
            <a:ext cx="1918290" cy="30162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Phase I Applications</a:t>
            </a:r>
          </a:p>
          <a:p>
            <a:endParaRPr lang="en-US" sz="600" dirty="0"/>
          </a:p>
          <a:p>
            <a:r>
              <a:rPr lang="en-US" sz="1400" dirty="0"/>
              <a:t>Fuel-rod-bundle</a:t>
            </a:r>
          </a:p>
          <a:p>
            <a:r>
              <a:rPr lang="en-US" sz="1400" dirty="0"/>
              <a:t>with blockage</a:t>
            </a:r>
          </a:p>
          <a:p>
            <a:endParaRPr lang="en-US" sz="1400" dirty="0"/>
          </a:p>
          <a:p>
            <a:endParaRPr lang="en-US" sz="1400" dirty="0"/>
          </a:p>
          <a:p>
            <a:r>
              <a:rPr lang="en-US" sz="1400" dirty="0"/>
              <a:t>Inertial-confinement</a:t>
            </a:r>
          </a:p>
          <a:p>
            <a:r>
              <a:rPr lang="en-US" sz="1400" dirty="0"/>
              <a:t>fusion mini-app</a:t>
            </a:r>
          </a:p>
          <a:p>
            <a:endParaRPr lang="en-US" sz="1400" dirty="0"/>
          </a:p>
          <a:p>
            <a:endParaRPr lang="en-US" sz="1400" dirty="0"/>
          </a:p>
          <a:p>
            <a:endParaRPr lang="en-US" sz="1400" dirty="0"/>
          </a:p>
          <a:p>
            <a:r>
              <a:rPr lang="en-US" sz="1400" dirty="0"/>
              <a:t>Wire-coil insert for heat-transfer enhancement</a:t>
            </a:r>
          </a:p>
        </p:txBody>
      </p:sp>
    </p:spTree>
    <p:extLst>
      <p:ext uri="{BB962C8B-B14F-4D97-AF65-F5344CB8AC3E}">
        <p14:creationId xmlns:p14="http://schemas.microsoft.com/office/powerpoint/2010/main" val="200884677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IRSTMISUNMIN@C02GN1T4DV1T3PP7" val="5173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616161"/>
      </a:dk1>
      <a:lt1>
        <a:srgbClr val="FFFFFF"/>
      </a:lt1>
      <a:dk2>
        <a:srgbClr val="1F497D"/>
      </a:dk2>
      <a:lt2>
        <a:srgbClr val="D2D2D2"/>
      </a:lt2>
      <a:accent1>
        <a:srgbClr val="5C0426"/>
      </a:accent1>
      <a:accent2>
        <a:srgbClr val="9D7D9E"/>
      </a:accent2>
      <a:accent3>
        <a:srgbClr val="FFFFFF"/>
      </a:accent3>
      <a:accent4>
        <a:srgbClr val="525252"/>
      </a:accent4>
      <a:accent5>
        <a:srgbClr val="B5AAAC"/>
      </a:accent5>
      <a:accent6>
        <a:srgbClr val="8E718F"/>
      </a:accent6>
      <a:hlink>
        <a:srgbClr val="253D51"/>
      </a:hlink>
      <a:folHlink>
        <a:srgbClr val="0D204A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182597</TotalTime>
  <Words>14</Words>
  <Application>Microsoft Macintosh PowerPoint</Application>
  <PresentationFormat>Custom</PresentationFormat>
  <Paragraphs>12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PowerPoint Presentation</vt:lpstr>
      <vt:lpstr>PowerPoint Presentation</vt:lpstr>
    </vt:vector>
  </TitlesOfParts>
  <Manager/>
  <Company>Argonne National Laboratory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subject/>
  <dc:creator>Dana Stasiak</dc:creator>
  <cp:keywords/>
  <dc:description/>
  <cp:lastModifiedBy>Fischer, Paul</cp:lastModifiedBy>
  <cp:revision>7694</cp:revision>
  <cp:lastPrinted>2023-07-27T06:48:38Z</cp:lastPrinted>
  <dcterms:created xsi:type="dcterms:W3CDTF">2010-08-25T21:26:57Z</dcterms:created>
  <dcterms:modified xsi:type="dcterms:W3CDTF">2026-04-22T02:20:02Z</dcterms:modified>
  <cp:category/>
</cp:coreProperties>
</file>