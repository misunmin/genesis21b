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5652" r:id="rId1"/>
  </p:sldMasterIdLst>
  <p:notesMasterIdLst>
    <p:notesMasterId r:id="rId3"/>
  </p:notesMasterIdLst>
  <p:handoutMasterIdLst>
    <p:handoutMasterId r:id="rId4"/>
  </p:handoutMasterIdLst>
  <p:sldIdLst>
    <p:sldId id="6350" r:id="rId2"/>
  </p:sldIdLst>
  <p:sldSz cx="12188825" cy="6858000"/>
  <p:notesSz cx="6858000" cy="9144000"/>
  <p:custDataLst>
    <p:tags r:id="rId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54410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108821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63231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21764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720531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3264636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808742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4352849" algn="l" defTabSz="544106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FDFF"/>
    <a:srgbClr val="0096FF"/>
    <a:srgbClr val="0432FF"/>
    <a:srgbClr val="CB35EC"/>
    <a:srgbClr val="00FFFF"/>
    <a:srgbClr val="C6D9F1"/>
    <a:srgbClr val="EEECE1"/>
    <a:srgbClr val="86EAA1"/>
    <a:srgbClr val="84E79F"/>
    <a:srgbClr val="92F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463" autoAdjust="0"/>
  </p:normalViewPr>
  <p:slideViewPr>
    <p:cSldViewPr snapToGrid="0">
      <p:cViewPr varScale="1">
        <p:scale>
          <a:sx n="109" d="100"/>
          <a:sy n="109" d="100"/>
        </p:scale>
        <p:origin x="216" y="200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0" d="100"/>
        <a:sy n="80" d="100"/>
      </p:scale>
      <p:origin x="0" y="0"/>
    </p:cViewPr>
  </p:notesTextViewPr>
  <p:sorterViewPr>
    <p:cViewPr>
      <p:scale>
        <a:sx n="1" d="1"/>
        <a:sy n="1" d="1"/>
      </p:scale>
      <p:origin x="0" y="8504"/>
    </p:cViewPr>
  </p:sorterViewPr>
  <p:notesViewPr>
    <p:cSldViewPr snapToGrid="0">
      <p:cViewPr varScale="1">
        <p:scale>
          <a:sx n="52" d="100"/>
          <a:sy n="52" d="100"/>
        </p:scale>
        <p:origin x="-19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" descr="slide footer_blue_646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8613775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7" descr="slide header_646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286000" y="0"/>
            <a:ext cx="91440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152400"/>
            <a:ext cx="2971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2AF7A70-5750-AB46-981D-2C0AD22EF1E4}" type="datetime1">
              <a:rPr lang="en-US"/>
              <a:pPr>
                <a:defRPr/>
              </a:pPr>
              <a:t>4/21/26</a:t>
            </a:fld>
            <a:endParaRPr lang="en-US" dirty="0"/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62000" y="8610600"/>
            <a:ext cx="480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Go to "View | Header and Footer" to add your organization, sponsor, meeting name here; then, click "Apply to All"</a:t>
            </a:r>
          </a:p>
        </p:txBody>
      </p:sp>
      <p:sp>
        <p:nvSpPr>
          <p:cNvPr id="1331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1200" y="8685213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2DA187-304F-2246-9E60-44663C063B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90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2310E71-3EAA-2741-81A3-F017BA160DF9}" type="datetime1">
              <a:rPr lang="en-US"/>
              <a:pPr>
                <a:defRPr/>
              </a:pPr>
              <a:t>4/21/26</a:t>
            </a:fld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Go to "View | Header and Footer" to add your organization, sponsor, meeting name here; then, click "Apply to All"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FA49B4F-328F-CB4E-87AE-6DBD422CF1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6353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ＭＳ Ｐゴシック" pitchFamily="-109" charset="-128"/>
      </a:defRPr>
    </a:lvl1pPr>
    <a:lvl2pPr marL="544106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1088212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632319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2176425" algn="l" rtl="0" eaLnBrk="0" fontAlgn="base" hangingPunct="0">
      <a:spcBef>
        <a:spcPct val="30000"/>
      </a:spcBef>
      <a:spcAft>
        <a:spcPct val="0"/>
      </a:spcAft>
      <a:defRPr sz="1428"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720531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64636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808742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52849" algn="l" defTabSz="1088212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762AF-5B09-1943-86F3-13425C386361}" type="datetimeFigureOut">
              <a:rPr lang="en-US"/>
              <a:pPr>
                <a:defRPr/>
              </a:pPr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AAEB7-67AB-8E4F-B069-3B80BE6BE4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7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D0146A-C9AC-4945-B22A-FE364F3D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7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1pPr>
            <a:lvl2pPr marL="457072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2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4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50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CE918-4A7C-904B-85DE-0AE32627D8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84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0"/>
            <a:ext cx="538339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0"/>
            <a:ext cx="5383398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DD362-A35C-D145-B320-EB0E58A7DA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38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5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72" indent="0">
              <a:buNone/>
              <a:defRPr sz="1999" b="1"/>
            </a:lvl2pPr>
            <a:lvl3pPr marL="914144" indent="0">
              <a:buNone/>
              <a:defRPr sz="1799" b="1"/>
            </a:lvl3pPr>
            <a:lvl4pPr marL="1371216" indent="0">
              <a:buNone/>
              <a:defRPr sz="1600" b="1"/>
            </a:lvl4pPr>
            <a:lvl5pPr marL="1828288" indent="0">
              <a:buNone/>
              <a:defRPr sz="1600" b="1"/>
            </a:lvl5pPr>
            <a:lvl6pPr marL="2285360" indent="0">
              <a:buNone/>
              <a:defRPr sz="1600" b="1"/>
            </a:lvl6pPr>
            <a:lvl7pPr marL="2742432" indent="0">
              <a:buNone/>
              <a:defRPr sz="1600" b="1"/>
            </a:lvl7pPr>
            <a:lvl8pPr marL="3199504" indent="0">
              <a:buNone/>
              <a:defRPr sz="1600" b="1"/>
            </a:lvl8pPr>
            <a:lvl9pPr marL="365657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5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5" y="1535113"/>
            <a:ext cx="5387630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72" indent="0">
              <a:buNone/>
              <a:defRPr sz="1999" b="1"/>
            </a:lvl2pPr>
            <a:lvl3pPr marL="914144" indent="0">
              <a:buNone/>
              <a:defRPr sz="1799" b="1"/>
            </a:lvl3pPr>
            <a:lvl4pPr marL="1371216" indent="0">
              <a:buNone/>
              <a:defRPr sz="1600" b="1"/>
            </a:lvl4pPr>
            <a:lvl5pPr marL="1828288" indent="0">
              <a:buNone/>
              <a:defRPr sz="1600" b="1"/>
            </a:lvl5pPr>
            <a:lvl6pPr marL="2285360" indent="0">
              <a:buNone/>
              <a:defRPr sz="1600" b="1"/>
            </a:lvl6pPr>
            <a:lvl7pPr marL="2742432" indent="0">
              <a:buNone/>
              <a:defRPr sz="1600" b="1"/>
            </a:lvl7pPr>
            <a:lvl8pPr marL="3199504" indent="0">
              <a:buNone/>
              <a:defRPr sz="1600" b="1"/>
            </a:lvl8pPr>
            <a:lvl9pPr marL="365657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5" y="2174875"/>
            <a:ext cx="5387630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5646D-6313-464C-8EA3-DE10377A72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99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926AE-89C6-6E49-81E7-B8F3A7C6B0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9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E3472B-5B54-5D4F-ADA4-9FCF9F7B02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1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40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0"/>
            <a:ext cx="6813892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0"/>
            <a:ext cx="401004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72" indent="0">
              <a:buNone/>
              <a:defRPr sz="1200"/>
            </a:lvl2pPr>
            <a:lvl3pPr marL="914144" indent="0">
              <a:buNone/>
              <a:defRPr sz="1000"/>
            </a:lvl3pPr>
            <a:lvl4pPr marL="1371216" indent="0">
              <a:buNone/>
              <a:defRPr sz="900"/>
            </a:lvl4pPr>
            <a:lvl5pPr marL="1828288" indent="0">
              <a:buNone/>
              <a:defRPr sz="900"/>
            </a:lvl5pPr>
            <a:lvl6pPr marL="2285360" indent="0">
              <a:buNone/>
              <a:defRPr sz="900"/>
            </a:lvl6pPr>
            <a:lvl7pPr marL="2742432" indent="0">
              <a:buNone/>
              <a:defRPr sz="900"/>
            </a:lvl7pPr>
            <a:lvl8pPr marL="3199504" indent="0">
              <a:buNone/>
              <a:defRPr sz="900"/>
            </a:lvl8pPr>
            <a:lvl9pPr marL="36565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9A5B8-BC3C-FD40-BCD6-E29DF4F495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53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 rtlCol="0">
            <a:normAutofit/>
          </a:bodyPr>
          <a:lstStyle>
            <a:lvl1pPr marL="0" indent="0">
              <a:buNone/>
              <a:defRPr sz="3199"/>
            </a:lvl1pPr>
            <a:lvl2pPr marL="457072" indent="0">
              <a:buNone/>
              <a:defRPr sz="2799"/>
            </a:lvl2pPr>
            <a:lvl3pPr marL="914144" indent="0">
              <a:buNone/>
              <a:defRPr sz="2399"/>
            </a:lvl3pPr>
            <a:lvl4pPr marL="1371216" indent="0">
              <a:buNone/>
              <a:defRPr sz="1999"/>
            </a:lvl4pPr>
            <a:lvl5pPr marL="1828288" indent="0">
              <a:buNone/>
              <a:defRPr sz="1999"/>
            </a:lvl5pPr>
            <a:lvl6pPr marL="2285360" indent="0">
              <a:buNone/>
              <a:defRPr sz="1999"/>
            </a:lvl6pPr>
            <a:lvl7pPr marL="2742432" indent="0">
              <a:buNone/>
              <a:defRPr sz="1999"/>
            </a:lvl7pPr>
            <a:lvl8pPr marL="3199504" indent="0">
              <a:buNone/>
              <a:defRPr sz="1999"/>
            </a:lvl8pPr>
            <a:lvl9pPr marL="3656576" indent="0">
              <a:buNone/>
              <a:defRPr sz="199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72" indent="0">
              <a:buNone/>
              <a:defRPr sz="1200"/>
            </a:lvl2pPr>
            <a:lvl3pPr marL="914144" indent="0">
              <a:buNone/>
              <a:defRPr sz="1000"/>
            </a:lvl3pPr>
            <a:lvl4pPr marL="1371216" indent="0">
              <a:buNone/>
              <a:defRPr sz="900"/>
            </a:lvl4pPr>
            <a:lvl5pPr marL="1828288" indent="0">
              <a:buNone/>
              <a:defRPr sz="900"/>
            </a:lvl5pPr>
            <a:lvl6pPr marL="2285360" indent="0">
              <a:buNone/>
              <a:defRPr sz="900"/>
            </a:lvl6pPr>
            <a:lvl7pPr marL="2742432" indent="0">
              <a:buNone/>
              <a:defRPr sz="900"/>
            </a:lvl7pPr>
            <a:lvl8pPr marL="3199504" indent="0">
              <a:buNone/>
              <a:defRPr sz="900"/>
            </a:lvl8pPr>
            <a:lvl9pPr marL="36565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B4CD78-8015-1245-AE5D-F2F6F40849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7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911D3-2301-434F-B9D7-43EFE89141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80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8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8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9E7C1-B703-EA46-B3BD-7C24F99AF9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61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441" y="1600200"/>
            <a:ext cx="10969943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B50D87-A57B-024B-B8EE-7918BF42065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49" r:id="rId1"/>
    <p:sldLayoutId id="2147486039" r:id="rId2"/>
    <p:sldLayoutId id="2147486040" r:id="rId3"/>
    <p:sldLayoutId id="2147486041" r:id="rId4"/>
    <p:sldLayoutId id="2147486042" r:id="rId5"/>
    <p:sldLayoutId id="2147486043" r:id="rId6"/>
    <p:sldLayoutId id="2147486044" r:id="rId7"/>
    <p:sldLayoutId id="2147486045" r:id="rId8"/>
    <p:sldLayoutId id="2147486046" r:id="rId9"/>
    <p:sldLayoutId id="2147486047" r:id="rId10"/>
    <p:sldLayoutId id="2147486048" r:id="rId11"/>
  </p:sldLayoutIdLst>
  <p:hf hdr="0" ftr="0" dt="0"/>
  <p:txStyles>
    <p:titleStyle>
      <a:lvl1pPr algn="ctr" defTabSz="457072" rtl="0" eaLnBrk="0" fontAlgn="base" hangingPunct="0">
        <a:spcBef>
          <a:spcPct val="0"/>
        </a:spcBef>
        <a:spcAft>
          <a:spcPct val="0"/>
        </a:spcAft>
        <a:defRPr sz="4399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072" rtl="0" eaLnBrk="0" fontAlgn="base" hangingPunct="0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072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144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216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288" algn="ctr" defTabSz="457072" rtl="0" fontAlgn="base">
        <a:spcBef>
          <a:spcPct val="0"/>
        </a:spcBef>
        <a:spcAft>
          <a:spcPct val="0"/>
        </a:spcAft>
        <a:defRPr sz="4399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804" indent="-342804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199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742" indent="-285670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799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2680" indent="-228536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99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599752" indent="-228536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99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6824" indent="-228536" algn="l" defTabSz="457072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999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3896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68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040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112" indent="-228536" algn="l" defTabSz="457072" rtl="0" eaLnBrk="1" latinLnBrk="0" hangingPunct="1">
        <a:spcBef>
          <a:spcPct val="20000"/>
        </a:spcBef>
        <a:buFont typeface="Arial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72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44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216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88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0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432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504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76" algn="l" defTabSz="457072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DC13-3D09-76EF-1A07-A7F2C509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CCA423-3B81-2B8E-3F6F-E09E6279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99" y="2841555"/>
            <a:ext cx="6567117" cy="35147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1627CA-1DA2-057C-0E58-39C22731DDFC}"/>
              </a:ext>
            </a:extLst>
          </p:cNvPr>
          <p:cNvSpPr/>
          <p:nvPr/>
        </p:nvSpPr>
        <p:spPr>
          <a:xfrm>
            <a:off x="8287721" y="2776207"/>
            <a:ext cx="1582615" cy="3580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84F58D-904B-4E03-3B08-C1A2083A5F5A}"/>
              </a:ext>
            </a:extLst>
          </p:cNvPr>
          <p:cNvGrpSpPr/>
          <p:nvPr/>
        </p:nvGrpSpPr>
        <p:grpSpPr>
          <a:xfrm>
            <a:off x="8373822" y="2916776"/>
            <a:ext cx="1582615" cy="3213750"/>
            <a:chOff x="2733323" y="2923787"/>
            <a:chExt cx="1400013" cy="321375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A1DDB2B-E200-1A99-28A8-F90F0A1B0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3323" y="2923787"/>
              <a:ext cx="1386111" cy="1060364"/>
            </a:xfrm>
            <a:prstGeom prst="rect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D3E96D7-1536-5280-34F3-6CD8BEB60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7958" y="4087048"/>
              <a:ext cx="1386110" cy="973796"/>
            </a:xfrm>
            <a:prstGeom prst="rect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5C5D9D-BC72-0B1A-0049-2E0AB6A14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7226" y="5163741"/>
              <a:ext cx="1386110" cy="973796"/>
            </a:xfrm>
            <a:prstGeom prst="rect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4C1E7CA-4994-3319-35B2-D7264CCCBFB5}"/>
              </a:ext>
            </a:extLst>
          </p:cNvPr>
          <p:cNvSpPr/>
          <p:nvPr/>
        </p:nvSpPr>
        <p:spPr>
          <a:xfrm>
            <a:off x="2726110" y="2761536"/>
            <a:ext cx="2042502" cy="3580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3C5BD-B2EA-E289-3FBB-000E1B0E59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47" y="2474380"/>
            <a:ext cx="1349513" cy="3925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E5896F-3174-E556-3E63-E298E0366C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14" y="550985"/>
            <a:ext cx="1382641" cy="1254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00FF49-764F-5335-8F01-3CCCCAD9CA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079" y="385214"/>
            <a:ext cx="3056848" cy="20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627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MISUNMIN@C02GN1T4DV1T3PP7" val="51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616161"/>
      </a:dk1>
      <a:lt1>
        <a:srgbClr val="FFFFFF"/>
      </a:lt1>
      <a:dk2>
        <a:srgbClr val="1F497D"/>
      </a:dk2>
      <a:lt2>
        <a:srgbClr val="D2D2D2"/>
      </a:lt2>
      <a:accent1>
        <a:srgbClr val="5C0426"/>
      </a:accent1>
      <a:accent2>
        <a:srgbClr val="9D7D9E"/>
      </a:accent2>
      <a:accent3>
        <a:srgbClr val="FFFFFF"/>
      </a:accent3>
      <a:accent4>
        <a:srgbClr val="525252"/>
      </a:accent4>
      <a:accent5>
        <a:srgbClr val="B5AAAC"/>
      </a:accent5>
      <a:accent6>
        <a:srgbClr val="8E718F"/>
      </a:accent6>
      <a:hlink>
        <a:srgbClr val="253D51"/>
      </a:hlink>
      <a:folHlink>
        <a:srgbClr val="0D204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182589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>Argonne National Laboratory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Dana Stasiak</dc:creator>
  <cp:keywords/>
  <dc:description/>
  <cp:lastModifiedBy>Min, Misun</cp:lastModifiedBy>
  <cp:revision>7692</cp:revision>
  <cp:lastPrinted>2023-07-27T06:48:38Z</cp:lastPrinted>
  <dcterms:created xsi:type="dcterms:W3CDTF">2010-08-25T21:26:57Z</dcterms:created>
  <dcterms:modified xsi:type="dcterms:W3CDTF">2026-04-22T01:22:45Z</dcterms:modified>
  <cp:category/>
</cp:coreProperties>
</file>